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36f47b5f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36f47b5f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36f47b5f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36f47b5f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36f47b5f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36f47b5f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6f47b5f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36f47b5f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36f47b5f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36f47b5f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6f47b5f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36f47b5f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36f47b5f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36f47b5f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Uppgifter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Windows Forms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</a:t>
            </a:r>
            <a:r>
              <a:rPr lang="sv"/>
              <a:t> 1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v"/>
              <a:t>Skapa ett program som efterliknar följande exempel, där användaren matar in två tal i varsin textruta, sedan när användaren trycker på knappen talar programmet om vilket av talen som är störst.</a:t>
            </a:r>
            <a:endParaRPr/>
          </a:p>
        </p:txBody>
      </p:sp>
      <p:pic>
        <p:nvPicPr>
          <p:cNvPr id="71" name="Google Shape;71;p14" title="image24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025" y="2695800"/>
            <a:ext cx="2667000" cy="196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4"/>
          <p:cNvCxnSpPr/>
          <p:nvPr/>
        </p:nvCxnSpPr>
        <p:spPr>
          <a:xfrm flipH="1" rot="10800000">
            <a:off x="2463800" y="3594700"/>
            <a:ext cx="844800" cy="4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/>
          <p:nvPr/>
        </p:nvCxnSpPr>
        <p:spPr>
          <a:xfrm flipH="1" rot="10800000">
            <a:off x="5629100" y="3437350"/>
            <a:ext cx="844800" cy="4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" name="Google Shape;74;p14"/>
          <p:cNvCxnSpPr>
            <a:endCxn id="75" idx="1"/>
          </p:cNvCxnSpPr>
          <p:nvPr/>
        </p:nvCxnSpPr>
        <p:spPr>
          <a:xfrm flipH="1" rot="10800000">
            <a:off x="4784150" y="4009825"/>
            <a:ext cx="1140600" cy="2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flipH="1" rot="10800000">
            <a:off x="3080575" y="4267750"/>
            <a:ext cx="844800" cy="4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" name="Google Shape;77;p14"/>
          <p:cNvSpPr txBox="1"/>
          <p:nvPr/>
        </p:nvSpPr>
        <p:spPr>
          <a:xfrm>
            <a:off x="1769300" y="3411700"/>
            <a:ext cx="694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Textbox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2386075" y="4084750"/>
            <a:ext cx="694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Textbox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6473900" y="3254350"/>
            <a:ext cx="694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924750" y="3824425"/>
            <a:ext cx="694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Button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 2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v"/>
              <a:t>Bygg vidare på ditt program. Nu ska det ske automatiskt utan en knapp så fort talen anges. Obs se till att använda felhantering för att undvika att programmet </a:t>
            </a:r>
            <a:r>
              <a:rPr lang="sv"/>
              <a:t>krasch</a:t>
            </a:r>
            <a:r>
              <a:rPr lang="sv"/>
              <a:t>.</a:t>
            </a:r>
            <a:endParaRPr/>
          </a:p>
        </p:txBody>
      </p:sp>
      <p:pic>
        <p:nvPicPr>
          <p:cNvPr id="86" name="Google Shape;86;p15" title="image25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0" y="2606575"/>
            <a:ext cx="26670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 3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v"/>
              <a:t>Efterlikna följande program. Ni får givetvis välja valfri text, bild och färg. Målet med uppgiften är att ni ska bekanta er med properties, </a:t>
            </a:r>
            <a:r>
              <a:rPr lang="sv"/>
              <a:t>därav</a:t>
            </a:r>
            <a:r>
              <a:rPr lang="sv"/>
              <a:t> görs större delar av uppgiften utan kod.</a:t>
            </a:r>
            <a:endParaRPr/>
          </a:p>
        </p:txBody>
      </p:sp>
      <p:pic>
        <p:nvPicPr>
          <p:cNvPr id="93" name="Google Shape;93;p16" title="image28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538" y="2506053"/>
            <a:ext cx="5024924" cy="255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 4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v"/>
              <a:t>Skapa ett program som har en start/stop knapp med en räknare</a:t>
            </a:r>
            <a:endParaRPr/>
          </a:p>
        </p:txBody>
      </p:sp>
      <p:pic>
        <p:nvPicPr>
          <p:cNvPr id="100" name="Google Shape;100;p17" title="image2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725" y="2501788"/>
            <a:ext cx="19145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 5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v"/>
              <a:t>Skapa ett program som efterliknar följande. Använd kunskaperna från den tidigare uppgiften för att få en fungerande Start/Stop knapp. Notera att den inte kör samma </a:t>
            </a:r>
            <a:r>
              <a:rPr lang="sv"/>
              <a:t>färg mönster varje gång</a:t>
            </a:r>
            <a:r>
              <a:rPr lang="sv"/>
              <a:t> utan färgerna är slumpade.</a:t>
            </a:r>
            <a:endParaRPr/>
          </a:p>
        </p:txBody>
      </p:sp>
      <p:pic>
        <p:nvPicPr>
          <p:cNvPr id="107" name="Google Shape;107;p18" title="image27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00" y="2675296"/>
            <a:ext cx="2909600" cy="219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 6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v"/>
              <a:t>Skapa en enkel kalkylator. Kalkylatorn ska fungera som exemplet nedan vi anger två tal i textrutorna och väljer ett räknesätt, sedan får vi ut uträkningen och svaret i en tredje textruta.</a:t>
            </a:r>
            <a:endParaRPr/>
          </a:p>
        </p:txBody>
      </p:sp>
      <p:pic>
        <p:nvPicPr>
          <p:cNvPr id="114" name="Google Shape;114;p19" title="image29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874" y="2323000"/>
            <a:ext cx="2120250" cy="26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Uppgift 7 - Utmanande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64450" y="1485125"/>
            <a:ext cx="5928900" cy="3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Här skapar vi våran egna Windows liknande kalkylator, se till att den efterliknar Windows Kalkylator i räkning och utmatning!.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sv"/>
              <a:t>Vi har följande knappar: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sv"/>
              <a:t>CE – raderar det i </a:t>
            </a:r>
            <a:r>
              <a:rPr lang="sv"/>
              <a:t>textrutan</a:t>
            </a:r>
            <a:r>
              <a:rPr lang="sv"/>
              <a:t> men inte de tidigare angivna.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sv"/>
              <a:t>C – radera allt.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sv"/>
              <a:t>◄ - suddar/ångra.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sv"/>
              <a:t>+/- - för att ange om det är negativt eller positivt.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sv"/>
              <a:t>1-9 – siffrorna ett till och med nio.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sv"/>
              <a:t>+,-,x,/ - operationerna för addition, subtraktion, multiplikation och division.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sv"/>
              <a:t>= - för att utföra operation av 2 tal.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sv"/>
              <a:t>För att testa att det gör rätt kan vi öppna Windows Kalkylatorn och pröva samma inmatningar.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sv"/>
              <a:t>Se Till</a:t>
            </a:r>
            <a:r>
              <a:rPr lang="sv"/>
              <a:t> att testa den noga med många scenarion innan ni lämnar in den som klar (Många som har buggar kvar vid inlämning)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>
                <a:solidFill>
                  <a:srgbClr val="FF9900"/>
                </a:solidFill>
              </a:rPr>
              <a:t>Extra utmaning: Se även till att vi kan använda tangentbordet inte bara musen till programmet.</a:t>
            </a:r>
            <a:endParaRPr>
              <a:solidFill>
                <a:srgbClr val="FF9900"/>
              </a:solidFill>
            </a:endParaRPr>
          </a:p>
        </p:txBody>
      </p:sp>
      <p:pic>
        <p:nvPicPr>
          <p:cNvPr id="121" name="Google Shape;121;p20" title="image30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413" y="1407363"/>
            <a:ext cx="235267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